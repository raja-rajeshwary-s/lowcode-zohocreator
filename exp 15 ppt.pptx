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789920" cy="480060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64592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83054"/>
                </a:solidFill>
                <a:latin typeface="Aptos Display"/>
              </a:defRPr>
            </a:pPr>
            <a:r>
              <a:t>Career Pathways and the Future of Low-Code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794760"/>
            <a:ext cx="9098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D343E"/>
                </a:solidFill>
                <a:latin typeface="Aptos"/>
              </a:defRPr>
            </a:pPr>
            <a:r>
              <a:t>Career roles, essential skills, future trends, opportunities, and challenges.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07E"/>
                </a:solidFill>
              </a:defRPr>
            </a:pPr>
            <a:r>
              <a:t>LOW-CODE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t>What Is Low-Code?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Visual tools, reusable components, and ready-made connectors.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Reduces repetitive coding—it does not remove the need for engineering.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Examples: Zoho Creator, Power Apps, Salesforce Platform, and Mendix.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t>CAREER PATHWAYS &amp; LOW-CODE DEVELOPMENT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Organizations need business apps and workflows delivered faster.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Business teams and developers can work more closely together.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Security and governance matter as adoption grows.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t>CAREER PATHWAYS &amp; LOW-CODE DEVELOPMENT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t>Career Pathways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Low-code developer and business/process analyst.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Automation specialist and platform administrator.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Integration developer, solution architect, and pro-code extension engineer.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t>CAREER PATHWAYS &amp; LOW-CODE DEVELOPMENT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t>Core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Platform setup, data modeling, UI design, and workflow logic.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SQL, APIs, JSON, OAuth 2.0, testing, and error handling.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Security, communication, documentation, and business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t>CAREER PATHWAYS &amp; LOW-CODE DEVELOPMENT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t>Learning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100">
                <a:solidFill>
                  <a:srgbClr val="2D343E"/>
                </a:solidFill>
                <a:latin typeface="Aptos"/>
              </a:defRPr>
            </a:pPr>
            <a:r>
              <a:t>Build a small form-and-workflow app.</a:t>
            </a:r>
          </a:p>
          <a:p>
            <a:pPr>
              <a:spcAft>
                <a:spcPts val="2400"/>
              </a:spcAft>
              <a:defRPr sz="2100">
                <a:solidFill>
                  <a:srgbClr val="2D343E"/>
                </a:solidFill>
                <a:latin typeface="Aptos"/>
              </a:defRPr>
            </a:pPr>
            <a:r>
              <a:t>Add user roles, validation, reports, and an approval process.</a:t>
            </a:r>
          </a:p>
          <a:p>
            <a:pPr>
              <a:spcAft>
                <a:spcPts val="2400"/>
              </a:spcAft>
              <a:defRPr sz="2100">
                <a:solidFill>
                  <a:srgbClr val="2D343E"/>
                </a:solidFill>
                <a:latin typeface="Aptos"/>
              </a:defRPr>
            </a:pPr>
            <a:r>
              <a:t>Connect an API, test the app, and document the design.</a:t>
            </a:r>
          </a:p>
          <a:p>
            <a:pPr>
              <a:spcAft>
                <a:spcPts val="2400"/>
              </a:spcAft>
              <a:defRPr sz="2100">
                <a:solidFill>
                  <a:srgbClr val="2D343E"/>
                </a:solidFill>
                <a:latin typeface="Aptos"/>
              </a:defRPr>
            </a:pPr>
            <a:r>
              <a:t>Create a portfolio project that solves a real business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t>CAREER PATHWAYS &amp; LOW-CODE DEVELOPMENT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t>Future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AI-assisted app creation and test generation.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Low-code combined with conventional programming.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Reusable components, integration automation, and stronger governance.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t>CAREER PATHWAYS &amp; LOW-CODE DEVELOPMENT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t>Opportunities and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Opportunities: faster delivery, automation, and better collaboration.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Risks: platform limits, vendor dependence, duplicated apps, and security gaps.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Reduce risks with standards, reviews, testing, and clear ownership.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t>CAREER PATHWAYS &amp; LOW-CODE DEVELOPMENT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t>Choosing the Right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Use low-code for standard forms, dashboards, and routine workflows.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Use pro-code for complex logic, high-volume processing, or specialized integrations.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Choose a hybrid approach when you need both speed and deeper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t>CAREER PATHWAYS &amp; LOW-CODE DEVELOPMENT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Low-code offers varied career paths but does not replace core engineering skills.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Combine platform knowledge with APIs, databases, security, testing, and communication.</a:t>
            </a:r>
          </a:p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t>Build practical projects and keep learning as tools and business needs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t>CAREER PATHWAYS &amp; LOW-CODE DEVELOPMENT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